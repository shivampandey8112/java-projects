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nline Quiz Management System" id="{39fb793e-5a3d-72f8-9c35-1eb00f484557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4A2C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51206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4A2C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Online Quiz Management System</a:t>
            </a:r>
            <a:endParaRPr lang="en-US" sz="3600" dirty="0"/>
          </a:p>
        </p:txBody>
      </p:sp>
      <p:sp>
        <p:nvSpPr>
          <p:cNvPr id="3" name="Version"/>
          <p:cNvSpPr txBox="1"/>
          <p:nvPr/>
        </p:nvSpPr>
        <p:spPr>
          <a:xfrm>
            <a:off x="548640" y="3246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Core Java (console) version</a:t>
            </a:r>
            <a:endParaRPr lang="en-US" sz="2000" dirty="0"/>
          </a:p>
        </p:txBody>
      </p:sp>
      <p:sp>
        <p:nvSpPr>
          <p:cNvPr id="4" name="Course"/>
          <p:cNvSpPr txBox="1"/>
          <p:nvPr/>
        </p:nvSpPr>
        <p:spPr>
          <a:xfrm>
            <a:off x="548640" y="3749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BCA 1st Year Project</a:t>
            </a:r>
            <a:endParaRPr lang="en-US" sz="1400" dirty="0"/>
          </a:p>
        </p:txBody>
      </p:sp>
      <p:sp>
        <p:nvSpPr>
          <p:cNvPr id="5" name="Hero circle"/>
          <p:cNvSpPr/>
          <p:nvPr/>
        </p:nvSpPr>
        <p:spPr>
          <a:xfrm>
            <a:off x="6309360" y="1280160"/>
            <a:ext cx="2286000" cy="2286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Online Quiz Management System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82880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What does it do?</a:t>
            </a:r>
            <a:endParaRPr lang="en-US" sz="3600" dirty="0"/>
          </a:p>
        </p:txBody>
      </p:sp>
      <p:sp>
        <p:nvSpPr>
          <p:cNvPr id="3" name="Description"/>
          <p:cNvSpPr txBox="1"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console quiz in Java. The player answers 5 questions and gets a score and a grade.</a:t>
            </a:r>
            <a:endParaRPr lang="en-US" sz="1600" dirty="0"/>
          </a:p>
        </p:txBody>
      </p:sp>
      <p:sp>
        <p:nvSpPr>
          <p:cNvPr id="4" name="Card 1"/>
          <p:cNvSpPr/>
          <p:nvPr/>
        </p:nvSpPr>
        <p:spPr>
          <a:xfrm>
            <a:off x="457200" y="1920240"/>
            <a:ext cx="256032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 FaUser"/>
          <p:cNvSpPr/>
          <p:nvPr/>
        </p:nvSpPr>
        <p:spPr>
          <a:xfrm>
            <a:off x="731520" y="21945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Fa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2392070"/>
            <a:ext cx="336499" cy="336499"/>
          </a:xfrm>
          <a:prstGeom prst="rect">
            <a:avLst/>
          </a:prstGeom>
        </p:spPr>
      </p:pic>
      <p:sp>
        <p:nvSpPr>
          <p:cNvPr id="7" name="Card title 1"/>
          <p:cNvSpPr txBox="1"/>
          <p:nvPr/>
        </p:nvSpPr>
        <p:spPr>
          <a:xfrm>
            <a:off x="73152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Enter your name</a:t>
            </a:r>
            <a:endParaRPr lang="en-US" sz="1800" dirty="0"/>
          </a:p>
        </p:txBody>
      </p:sp>
      <p:sp>
        <p:nvSpPr>
          <p:cNvPr id="8" name="Card text 1"/>
          <p:cNvSpPr txBox="1"/>
          <p:nvPr/>
        </p:nvSpPr>
        <p:spPr>
          <a:xfrm>
            <a:off x="731520" y="3474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Type your name to begin the quiz.</a:t>
            </a:r>
            <a:endParaRPr lang="en-US" sz="1400" dirty="0"/>
          </a:p>
        </p:txBody>
      </p:sp>
      <p:sp>
        <p:nvSpPr>
          <p:cNvPr id="9" name="Card 2"/>
          <p:cNvSpPr/>
          <p:nvPr/>
        </p:nvSpPr>
        <p:spPr>
          <a:xfrm>
            <a:off x="3291840" y="1920240"/>
            <a:ext cx="256032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circle FaPencilAlt"/>
          <p:cNvSpPr/>
          <p:nvPr/>
        </p:nvSpPr>
        <p:spPr>
          <a:xfrm>
            <a:off x="3566160" y="21945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FaPencil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670" y="2392070"/>
            <a:ext cx="336499" cy="336499"/>
          </a:xfrm>
          <a:prstGeom prst="rect">
            <a:avLst/>
          </a:prstGeom>
        </p:spPr>
      </p:pic>
      <p:sp>
        <p:nvSpPr>
          <p:cNvPr id="12" name="Card title 2"/>
          <p:cNvSpPr txBox="1"/>
          <p:nvPr/>
        </p:nvSpPr>
        <p:spPr>
          <a:xfrm>
            <a:off x="356616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Answer 5 questions</a:t>
            </a:r>
            <a:endParaRPr lang="en-US" sz="1800" dirty="0"/>
          </a:p>
        </p:txBody>
      </p:sp>
      <p:sp>
        <p:nvSpPr>
          <p:cNvPr id="13" name="Card text 2"/>
          <p:cNvSpPr txBox="1"/>
          <p:nvPr/>
        </p:nvSpPr>
        <p:spPr>
          <a:xfrm>
            <a:off x="3566160" y="3474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Type 1 to 4 for each question.</a:t>
            </a:r>
            <a:endParaRPr lang="en-US" sz="1400" dirty="0"/>
          </a:p>
        </p:txBody>
      </p:sp>
      <p:sp>
        <p:nvSpPr>
          <p:cNvPr id="14" name="Card 3"/>
          <p:cNvSpPr/>
          <p:nvPr/>
        </p:nvSpPr>
        <p:spPr>
          <a:xfrm>
            <a:off x="6126480" y="1920240"/>
            <a:ext cx="256032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 circle FaTrophy"/>
          <p:cNvSpPr/>
          <p:nvPr/>
        </p:nvSpPr>
        <p:spPr>
          <a:xfrm>
            <a:off x="6400800" y="21945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FaTroph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310" y="2392070"/>
            <a:ext cx="336499" cy="336499"/>
          </a:xfrm>
          <a:prstGeom prst="rect">
            <a:avLst/>
          </a:prstGeom>
        </p:spPr>
      </p:pic>
      <p:sp>
        <p:nvSpPr>
          <p:cNvPr id="17" name="Card title 3"/>
          <p:cNvSpPr txBox="1"/>
          <p:nvPr/>
        </p:nvSpPr>
        <p:spPr>
          <a:xfrm>
            <a:off x="640080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See your result</a:t>
            </a:r>
            <a:endParaRPr lang="en-US" sz="1800" dirty="0"/>
          </a:p>
        </p:txBody>
      </p:sp>
      <p:sp>
        <p:nvSpPr>
          <p:cNvPr id="18" name="Card text 3"/>
          <p:cNvSpPr txBox="1"/>
          <p:nvPr/>
        </p:nvSpPr>
        <p:spPr>
          <a:xfrm>
            <a:off x="6400800" y="3474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Get a score out of 5 and a grade.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Java files used</a:t>
            </a:r>
            <a:endParaRPr lang="en-US" sz="3600" dirty="0"/>
          </a:p>
        </p:txBody>
      </p:sp>
      <p:sp>
        <p:nvSpPr>
          <p:cNvPr id="3" name="Files intro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This project has 3 Java files (classes) in one folder.</a:t>
            </a:r>
            <a:endParaRPr lang="en-US" sz="1600" dirty="0"/>
          </a:p>
        </p:txBody>
      </p:sp>
      <p:sp>
        <p:nvSpPr>
          <p:cNvPr id="4" name="File card 1"/>
          <p:cNvSpPr/>
          <p:nvPr/>
        </p:nvSpPr>
        <p:spPr>
          <a:xfrm>
            <a:off x="457200" y="1920240"/>
            <a:ext cx="256032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 FaFileCode"/>
          <p:cNvSpPr/>
          <p:nvPr/>
        </p:nvSpPr>
        <p:spPr>
          <a:xfrm>
            <a:off x="731520" y="21945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FaFile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2392070"/>
            <a:ext cx="336499" cy="336499"/>
          </a:xfrm>
          <a:prstGeom prst="rect">
            <a:avLst/>
          </a:prstGeom>
        </p:spPr>
      </p:pic>
      <p:sp>
        <p:nvSpPr>
          <p:cNvPr id="7" name="File name 1"/>
          <p:cNvSpPr txBox="1"/>
          <p:nvPr/>
        </p:nvSpPr>
        <p:spPr>
          <a:xfrm>
            <a:off x="73152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Question.java</a:t>
            </a:r>
            <a:endParaRPr lang="en-US" sz="1700" dirty="0"/>
          </a:p>
        </p:txBody>
      </p:sp>
      <p:sp>
        <p:nvSpPr>
          <p:cNvPr id="8" name="File text 1"/>
          <p:cNvSpPr txBox="1"/>
          <p:nvPr/>
        </p:nvSpPr>
        <p:spPr>
          <a:xfrm>
            <a:off x="731520" y="34747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question, its 4 options and the right answer.</a:t>
            </a:r>
            <a:endParaRPr lang="en-US" sz="1400" dirty="0"/>
          </a:p>
        </p:txBody>
      </p:sp>
      <p:sp>
        <p:nvSpPr>
          <p:cNvPr id="9" name="File card 2"/>
          <p:cNvSpPr/>
          <p:nvPr/>
        </p:nvSpPr>
        <p:spPr>
          <a:xfrm>
            <a:off x="3291840" y="1920240"/>
            <a:ext cx="256032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circle FaCogs"/>
          <p:cNvSpPr/>
          <p:nvPr/>
        </p:nvSpPr>
        <p:spPr>
          <a:xfrm>
            <a:off x="3566160" y="21945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FaCo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670" y="2392070"/>
            <a:ext cx="336499" cy="336499"/>
          </a:xfrm>
          <a:prstGeom prst="rect">
            <a:avLst/>
          </a:prstGeom>
        </p:spPr>
      </p:pic>
      <p:sp>
        <p:nvSpPr>
          <p:cNvPr id="12" name="File name 2"/>
          <p:cNvSpPr txBox="1"/>
          <p:nvPr/>
        </p:nvSpPr>
        <p:spPr>
          <a:xfrm>
            <a:off x="356616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QuizManager.java</a:t>
            </a:r>
            <a:endParaRPr lang="en-US" sz="1700" dirty="0"/>
          </a:p>
        </p:txBody>
      </p:sp>
      <p:sp>
        <p:nvSpPr>
          <p:cNvPr id="13" name="File text 2"/>
          <p:cNvSpPr txBox="1"/>
          <p:nvPr/>
        </p:nvSpPr>
        <p:spPr>
          <a:xfrm>
            <a:off x="3566160" y="34747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Keeps 5 questions in an ArrayList, asks them and counts the score.</a:t>
            </a:r>
            <a:endParaRPr lang="en-US" sz="1400" dirty="0"/>
          </a:p>
        </p:txBody>
      </p:sp>
      <p:sp>
        <p:nvSpPr>
          <p:cNvPr id="14" name="File card 3"/>
          <p:cNvSpPr/>
          <p:nvPr/>
        </p:nvSpPr>
        <p:spPr>
          <a:xfrm>
            <a:off x="6126480" y="1920240"/>
            <a:ext cx="256032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 circle FaPlayCircle"/>
          <p:cNvSpPr/>
          <p:nvPr/>
        </p:nvSpPr>
        <p:spPr>
          <a:xfrm>
            <a:off x="6400800" y="21945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FaPlay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310" y="2392070"/>
            <a:ext cx="336499" cy="336499"/>
          </a:xfrm>
          <a:prstGeom prst="rect">
            <a:avLst/>
          </a:prstGeom>
        </p:spPr>
      </p:pic>
      <p:sp>
        <p:nvSpPr>
          <p:cNvPr id="17" name="File name 3"/>
          <p:cNvSpPr txBox="1"/>
          <p:nvPr/>
        </p:nvSpPr>
        <p:spPr>
          <a:xfrm>
            <a:off x="640080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Main.java</a:t>
            </a:r>
            <a:endParaRPr lang="en-US" sz="1700" dirty="0"/>
          </a:p>
        </p:txBody>
      </p:sp>
      <p:sp>
        <p:nvSpPr>
          <p:cNvPr id="18" name="File text 3"/>
          <p:cNvSpPr txBox="1"/>
          <p:nvPr/>
        </p:nvSpPr>
        <p:spPr>
          <a:xfrm>
            <a:off x="6400800" y="34747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Asks the name and shows the result.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How it works</a:t>
            </a:r>
            <a:endParaRPr lang="en-US" sz="3600" dirty="0"/>
          </a:p>
        </p:txBody>
      </p:sp>
      <p:sp>
        <p:nvSpPr>
          <p:cNvPr id="3" name="Step card 1"/>
          <p:cNvSpPr/>
          <p:nvPr/>
        </p:nvSpPr>
        <p:spPr>
          <a:xfrm>
            <a:off x="457200" y="1554480"/>
            <a:ext cx="1828800" cy="24688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circle 1"/>
          <p:cNvSpPr/>
          <p:nvPr/>
        </p:nvSpPr>
        <p:spPr>
          <a:xfrm>
            <a:off x="685800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tep number 1"/>
          <p:cNvSpPr txBox="1"/>
          <p:nvPr/>
        </p:nvSpPr>
        <p:spPr>
          <a:xfrm>
            <a:off x="6858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Step text 1"/>
          <p:cNvSpPr txBox="1"/>
          <p:nvPr/>
        </p:nvSpPr>
        <p:spPr>
          <a:xfrm>
            <a:off x="685800" y="269748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Enter your name</a:t>
            </a:r>
            <a:endParaRPr lang="en-US" sz="1600" dirty="0"/>
          </a:p>
        </p:txBody>
      </p:sp>
      <p:sp>
        <p:nvSpPr>
          <p:cNvPr id="7" name="Step card 2"/>
          <p:cNvSpPr/>
          <p:nvPr/>
        </p:nvSpPr>
        <p:spPr>
          <a:xfrm>
            <a:off x="2590495" y="1554480"/>
            <a:ext cx="1828800" cy="24688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ep circle 2"/>
          <p:cNvSpPr/>
          <p:nvPr/>
        </p:nvSpPr>
        <p:spPr>
          <a:xfrm>
            <a:off x="2819095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tep number 2"/>
          <p:cNvSpPr txBox="1"/>
          <p:nvPr/>
        </p:nvSpPr>
        <p:spPr>
          <a:xfrm>
            <a:off x="2819095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Step text 2"/>
          <p:cNvSpPr txBox="1"/>
          <p:nvPr/>
        </p:nvSpPr>
        <p:spPr>
          <a:xfrm>
            <a:off x="2819095" y="269748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Questions come one by one</a:t>
            </a:r>
            <a:endParaRPr lang="en-US" sz="1600" dirty="0"/>
          </a:p>
        </p:txBody>
      </p:sp>
      <p:sp>
        <p:nvSpPr>
          <p:cNvPr id="11" name="Step card 3"/>
          <p:cNvSpPr/>
          <p:nvPr/>
        </p:nvSpPr>
        <p:spPr>
          <a:xfrm>
            <a:off x="4723790" y="1554480"/>
            <a:ext cx="1828800" cy="24688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ep circle 3"/>
          <p:cNvSpPr/>
          <p:nvPr/>
        </p:nvSpPr>
        <p:spPr>
          <a:xfrm>
            <a:off x="4952390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tep number 3"/>
          <p:cNvSpPr txBox="1"/>
          <p:nvPr/>
        </p:nvSpPr>
        <p:spPr>
          <a:xfrm>
            <a:off x="495239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Step text 3"/>
          <p:cNvSpPr txBox="1"/>
          <p:nvPr/>
        </p:nvSpPr>
        <p:spPr>
          <a:xfrm>
            <a:off x="4952390" y="269748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Type 1 to 4 for each answer</a:t>
            </a:r>
            <a:endParaRPr lang="en-US" sz="1600" dirty="0"/>
          </a:p>
        </p:txBody>
      </p:sp>
      <p:sp>
        <p:nvSpPr>
          <p:cNvPr id="15" name="Step card 4"/>
          <p:cNvSpPr/>
          <p:nvPr/>
        </p:nvSpPr>
        <p:spPr>
          <a:xfrm>
            <a:off x="6857086" y="1554480"/>
            <a:ext cx="1828800" cy="24688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ep circle 4"/>
          <p:cNvSpPr/>
          <p:nvPr/>
        </p:nvSpPr>
        <p:spPr>
          <a:xfrm>
            <a:off x="7085686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tep number 4"/>
          <p:cNvSpPr txBox="1"/>
          <p:nvPr/>
        </p:nvSpPr>
        <p:spPr>
          <a:xfrm>
            <a:off x="708568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8" name="Step text 4"/>
          <p:cNvSpPr txBox="1"/>
          <p:nvPr/>
        </p:nvSpPr>
        <p:spPr>
          <a:xfrm>
            <a:off x="7085686" y="269748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Score and grade are shown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I learned</a:t>
            </a:r>
            <a:endParaRPr lang="en-US" sz="3600" dirty="0"/>
          </a:p>
        </p:txBody>
      </p:sp>
      <p:sp>
        <p:nvSpPr>
          <p:cNvPr id="3" name="Learned list"/>
          <p:cNvSpPr txBox="1"/>
          <p:nvPr/>
        </p:nvSpPr>
        <p:spPr>
          <a:xfrm>
            <a:off x="457200" y="137160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Classes and objects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ArrayList stores the questions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 for loop asks each question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if statements give the grade</a:t>
            </a:r>
            <a:endParaRPr lang="en-US" sz="1800" dirty="0"/>
          </a:p>
        </p:txBody>
      </p:sp>
      <p:sp>
        <p:nvSpPr>
          <p:cNvPr id="4" name="End circle"/>
          <p:cNvSpPr/>
          <p:nvPr/>
        </p:nvSpPr>
        <p:spPr>
          <a:xfrm>
            <a:off x="6309360" y="1554480"/>
            <a:ext cx="2286000" cy="2286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Image 0" descr="Graduation c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10312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quiz-java">
  <a:themeElements>
    <a:clrScheme name="quiz-java">
      <a:dk1>
        <a:srgbClr val="222222"/>
      </a:dk1>
      <a:lt1>
        <a:srgbClr val="FFFFFF"/>
      </a:lt1>
      <a:dk2>
        <a:srgbClr val="4A2C7A"/>
      </a:dk2>
      <a:lt2>
        <a:srgbClr val="ECE6F6"/>
      </a:lt2>
      <a:accent1>
        <a:srgbClr val="4A2C7A"/>
      </a:accent1>
      <a:accent2>
        <a:srgbClr val="4A2C7A"/>
      </a:accent2>
      <a:accent3>
        <a:srgbClr val="4A2C7A"/>
      </a:accent3>
      <a:accent4>
        <a:srgbClr val="5B6B7C"/>
      </a:accent4>
      <a:accent5>
        <a:srgbClr val="8A97A6"/>
      </a:accent5>
      <a:accent6>
        <a:srgbClr val="C7CFD8"/>
      </a:accent6>
      <a:hlink>
        <a:srgbClr val="4A2C7A"/>
      </a:hlink>
      <a:folHlink>
        <a:srgbClr val="4A2C7A"/>
      </a:folHlink>
    </a:clrScheme>
    <a:fontScheme name="quiz-jav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Quiz Management System (Java)</dc:title>
  <dc:subject>PptxGenJS Presentation</dc:subject>
  <dc:creator>PptxGenJS</dc:creator>
  <cp:lastModifiedBy>PptxGenJS</cp:lastModifiedBy>
  <cp:revision>1</cp:revision>
  <dcterms:created xsi:type="dcterms:W3CDTF">2026-10-26T16:30:30Z</dcterms:created>
  <dcterms:modified xsi:type="dcterms:W3CDTF">2026-10-26T16:30:30Z</dcterms:modified>
</cp:coreProperties>
</file>