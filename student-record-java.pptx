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ent Record Management System" id="{66fe475f-387e-8796-1f13-0744134d8df7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Student Record Management System</a:t>
            </a:r>
            <a:endParaRPr lang="en-US" sz="3600" dirty="0"/>
          </a:p>
        </p:txBody>
      </p:sp>
      <p:sp>
        <p:nvSpPr>
          <p:cNvPr id="3" name="Version"/>
          <p:cNvSpPr txBox="1"/>
          <p:nvPr/>
        </p:nvSpPr>
        <p:spPr>
          <a:xfrm>
            <a:off x="54864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Core Java (console) version</a:t>
            </a:r>
            <a:endParaRPr lang="en-US" sz="2000" dirty="0"/>
          </a:p>
        </p:txBody>
      </p:sp>
      <p:sp>
        <p:nvSpPr>
          <p:cNvPr id="4" name="Course"/>
          <p:cNvSpPr txBox="1"/>
          <p:nvPr/>
        </p:nvSpPr>
        <p:spPr>
          <a:xfrm>
            <a:off x="54864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BCA 1st Year Project</a:t>
            </a:r>
            <a:endParaRPr lang="en-US" sz="14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28016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Student Record Management Syst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does it do?</a:t>
            </a:r>
            <a:endParaRPr lang="en-US" sz="3600" dirty="0"/>
          </a:p>
        </p:txBody>
      </p:sp>
      <p:sp>
        <p:nvSpPr>
          <p:cNvPr id="3" name="Description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console program in Java to store and manage student details like roll number, name, course and marks.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45720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UserPlus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User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92070"/>
            <a:ext cx="336499" cy="336499"/>
          </a:xfrm>
          <a:prstGeom prst="rect">
            <a:avLst/>
          </a:prstGeom>
        </p:spPr>
      </p:pic>
      <p:sp>
        <p:nvSpPr>
          <p:cNvPr id="7" name="Card title 1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students</a:t>
            </a:r>
            <a:endParaRPr lang="en-US" sz="1800" dirty="0"/>
          </a:p>
        </p:txBody>
      </p:sp>
      <p:sp>
        <p:nvSpPr>
          <p:cNvPr id="8" name="Card text 1"/>
          <p:cNvSpPr txBox="1"/>
          <p:nvPr/>
        </p:nvSpPr>
        <p:spPr>
          <a:xfrm>
            <a:off x="7315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the details. The program checks the marks and the roll number.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9184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Search"/>
          <p:cNvSpPr/>
          <p:nvPr/>
        </p:nvSpPr>
        <p:spPr>
          <a:xfrm>
            <a:off x="356616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92070"/>
            <a:ext cx="336499" cy="336499"/>
          </a:xfrm>
          <a:prstGeom prst="rect">
            <a:avLst/>
          </a:prstGeom>
        </p:spPr>
      </p:pic>
      <p:sp>
        <p:nvSpPr>
          <p:cNvPr id="12" name="Card title 2"/>
          <p:cNvSpPr txBox="1"/>
          <p:nvPr/>
        </p:nvSpPr>
        <p:spPr>
          <a:xfrm>
            <a:off x="35661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View and search</a:t>
            </a:r>
            <a:endParaRPr lang="en-US" sz="1800" dirty="0"/>
          </a:p>
        </p:txBody>
      </p:sp>
      <p:sp>
        <p:nvSpPr>
          <p:cNvPr id="13" name="Card text 2"/>
          <p:cNvSpPr txBox="1"/>
          <p:nvPr/>
        </p:nvSpPr>
        <p:spPr>
          <a:xfrm>
            <a:off x="35661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all students with Pass or Fail, or search by name.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12648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TrashAlt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Trash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36499" cy="336499"/>
          </a:xfrm>
          <a:prstGeom prst="rect">
            <a:avLst/>
          </a:prstGeom>
        </p:spPr>
      </p:pic>
      <p:sp>
        <p:nvSpPr>
          <p:cNvPr id="17" name="Card title 3"/>
          <p:cNvSpPr txBox="1"/>
          <p:nvPr/>
        </p:nvSpPr>
        <p:spPr>
          <a:xfrm>
            <a:off x="64008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Delete records</a:t>
            </a:r>
            <a:endParaRPr lang="en-US" sz="1800" dirty="0"/>
          </a:p>
        </p:txBody>
      </p:sp>
      <p:sp>
        <p:nvSpPr>
          <p:cNvPr id="18" name="Card text 3"/>
          <p:cNvSpPr txBox="1"/>
          <p:nvPr/>
        </p:nvSpPr>
        <p:spPr>
          <a:xfrm>
            <a:off x="640080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a student using the roll number.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Java files used</a:t>
            </a:r>
            <a:endParaRPr lang="en-US" sz="3600" dirty="0"/>
          </a:p>
        </p:txBody>
      </p:sp>
      <p:sp>
        <p:nvSpPr>
          <p:cNvPr id="3" name="Files intro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project has 3 Java files (classes) in one folder.</a:t>
            </a:r>
            <a:endParaRPr lang="en-US" sz="1600" dirty="0"/>
          </a:p>
        </p:txBody>
      </p:sp>
      <p:sp>
        <p:nvSpPr>
          <p:cNvPr id="4" name="File card 1"/>
          <p:cNvSpPr/>
          <p:nvPr/>
        </p:nvSpPr>
        <p:spPr>
          <a:xfrm>
            <a:off x="45720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FileCode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File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92070"/>
            <a:ext cx="336499" cy="336499"/>
          </a:xfrm>
          <a:prstGeom prst="rect">
            <a:avLst/>
          </a:prstGeom>
        </p:spPr>
      </p:pic>
      <p:sp>
        <p:nvSpPr>
          <p:cNvPr id="7" name="File name 1"/>
          <p:cNvSpPr txBox="1"/>
          <p:nvPr/>
        </p:nvSpPr>
        <p:spPr>
          <a:xfrm>
            <a:off x="7315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Student.java</a:t>
            </a:r>
            <a:endParaRPr lang="en-US" sz="1700" dirty="0"/>
          </a:p>
        </p:txBody>
      </p:sp>
      <p:sp>
        <p:nvSpPr>
          <p:cNvPr id="8" name="File text 1"/>
          <p:cNvSpPr txBox="1"/>
          <p:nvPr/>
        </p:nvSpPr>
        <p:spPr>
          <a:xfrm>
            <a:off x="73152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the details of one student.</a:t>
            </a:r>
            <a:endParaRPr lang="en-US" sz="1400" dirty="0"/>
          </a:p>
        </p:txBody>
      </p:sp>
      <p:sp>
        <p:nvSpPr>
          <p:cNvPr id="9" name="File card 2"/>
          <p:cNvSpPr/>
          <p:nvPr/>
        </p:nvSpPr>
        <p:spPr>
          <a:xfrm>
            <a:off x="329184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Cogs"/>
          <p:cNvSpPr/>
          <p:nvPr/>
        </p:nvSpPr>
        <p:spPr>
          <a:xfrm>
            <a:off x="356616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92070"/>
            <a:ext cx="336499" cy="336499"/>
          </a:xfrm>
          <a:prstGeom prst="rect">
            <a:avLst/>
          </a:prstGeom>
        </p:spPr>
      </p:pic>
      <p:sp>
        <p:nvSpPr>
          <p:cNvPr id="12" name="File name 2"/>
          <p:cNvSpPr txBox="1"/>
          <p:nvPr/>
        </p:nvSpPr>
        <p:spPr>
          <a:xfrm>
            <a:off x="356616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StudentManager.java</a:t>
            </a:r>
            <a:endParaRPr lang="en-US" sz="1700" dirty="0"/>
          </a:p>
        </p:txBody>
      </p:sp>
      <p:sp>
        <p:nvSpPr>
          <p:cNvPr id="13" name="File text 2"/>
          <p:cNvSpPr txBox="1"/>
          <p:nvPr/>
        </p:nvSpPr>
        <p:spPr>
          <a:xfrm>
            <a:off x="356616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the ArrayList. Adds, shows, searches and deletes.</a:t>
            </a:r>
            <a:endParaRPr lang="en-US" sz="1400" dirty="0"/>
          </a:p>
        </p:txBody>
      </p:sp>
      <p:sp>
        <p:nvSpPr>
          <p:cNvPr id="14" name="File card 3"/>
          <p:cNvSpPr/>
          <p:nvPr/>
        </p:nvSpPr>
        <p:spPr>
          <a:xfrm>
            <a:off x="612648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PlayCircle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Play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36499" cy="336499"/>
          </a:xfrm>
          <a:prstGeom prst="rect">
            <a:avLst/>
          </a:prstGeom>
        </p:spPr>
      </p:pic>
      <p:sp>
        <p:nvSpPr>
          <p:cNvPr id="17" name="File name 3"/>
          <p:cNvSpPr txBox="1"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Main.java</a:t>
            </a:r>
            <a:endParaRPr lang="en-US" sz="1700" dirty="0"/>
          </a:p>
        </p:txBody>
      </p:sp>
      <p:sp>
        <p:nvSpPr>
          <p:cNvPr id="18" name="File text 3"/>
          <p:cNvSpPr txBox="1"/>
          <p:nvPr/>
        </p:nvSpPr>
        <p:spPr>
          <a:xfrm>
            <a:off x="640080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the menu and reads your input.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85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text 1"/>
          <p:cNvSpPr txBox="1"/>
          <p:nvPr/>
        </p:nvSpPr>
        <p:spPr>
          <a:xfrm>
            <a:off x="68580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program shows a menu of 5 options</a:t>
            </a:r>
            <a:endParaRPr lang="en-US" sz="1600" dirty="0"/>
          </a:p>
        </p:txBody>
      </p:sp>
      <p:sp>
        <p:nvSpPr>
          <p:cNvPr id="7" name="Step card 2"/>
          <p:cNvSpPr/>
          <p:nvPr/>
        </p:nvSpPr>
        <p:spPr>
          <a:xfrm>
            <a:off x="2590495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circle 2"/>
          <p:cNvSpPr/>
          <p:nvPr/>
        </p:nvSpPr>
        <p:spPr>
          <a:xfrm>
            <a:off x="2819095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2819095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tep text 2"/>
          <p:cNvSpPr txBox="1"/>
          <p:nvPr/>
        </p:nvSpPr>
        <p:spPr>
          <a:xfrm>
            <a:off x="2819095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type a number and press Enter</a:t>
            </a:r>
            <a:endParaRPr lang="en-US" sz="1600" dirty="0"/>
          </a:p>
        </p:txBody>
      </p:sp>
      <p:sp>
        <p:nvSpPr>
          <p:cNvPr id="11" name="Step card 3"/>
          <p:cNvSpPr/>
          <p:nvPr/>
        </p:nvSpPr>
        <p:spPr>
          <a:xfrm>
            <a:off x="472379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circle 3"/>
          <p:cNvSpPr/>
          <p:nvPr/>
        </p:nvSpPr>
        <p:spPr>
          <a:xfrm>
            <a:off x="495239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495239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tep text 3"/>
          <p:cNvSpPr txBox="1"/>
          <p:nvPr/>
        </p:nvSpPr>
        <p:spPr>
          <a:xfrm>
            <a:off x="495239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Main calls StudentManager</a:t>
            </a:r>
            <a:endParaRPr lang="en-US" sz="1600" dirty="0"/>
          </a:p>
        </p:txBody>
      </p:sp>
      <p:sp>
        <p:nvSpPr>
          <p:cNvPr id="15" name="Step card 4"/>
          <p:cNvSpPr/>
          <p:nvPr/>
        </p:nvSpPr>
        <p:spPr>
          <a:xfrm>
            <a:off x="6857086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circle 4"/>
          <p:cNvSpPr/>
          <p:nvPr/>
        </p:nvSpPr>
        <p:spPr>
          <a:xfrm>
            <a:off x="708568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708568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tep text 4"/>
          <p:cNvSpPr txBox="1"/>
          <p:nvPr/>
        </p:nvSpPr>
        <p:spPr>
          <a:xfrm>
            <a:off x="7085686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result is printed on the screen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 learned</a:t>
            </a:r>
            <a:endParaRPr lang="en-US" sz="3600" dirty="0"/>
          </a:p>
        </p:txBody>
      </p:sp>
      <p:sp>
        <p:nvSpPr>
          <p:cNvPr id="3" name="Learned list"/>
          <p:cNvSpPr txBox="1"/>
          <p:nvPr/>
        </p:nvSpPr>
        <p:spPr>
          <a:xfrm>
            <a:off x="457200" y="13716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Classes and objects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ArrayList stores many students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Loops and switch run the menu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try and catch handle wrong input</a:t>
            </a:r>
            <a:endParaRPr lang="en-US" sz="1800" dirty="0"/>
          </a:p>
        </p:txBody>
      </p:sp>
      <p:sp>
        <p:nvSpPr>
          <p:cNvPr id="4" name="End circle"/>
          <p:cNvSpPr/>
          <p:nvPr/>
        </p:nvSpPr>
        <p:spPr>
          <a:xfrm>
            <a:off x="6309360" y="155448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mage 0" descr="Graduation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udent-record-java">
  <a:themeElements>
    <a:clrScheme name="student-record-java">
      <a:dk1>
        <a:srgbClr val="222222"/>
      </a:dk1>
      <a:lt1>
        <a:srgbClr val="FFFFFF"/>
      </a:lt1>
      <a:dk2>
        <a:srgbClr val="1F3A5F"/>
      </a:dk2>
      <a:lt2>
        <a:srgbClr val="E8EEF6"/>
      </a:lt2>
      <a:accent1>
        <a:srgbClr val="1F3A5F"/>
      </a:accent1>
      <a:accent2>
        <a:srgbClr val="1F3A5F"/>
      </a:accent2>
      <a:accent3>
        <a:srgbClr val="1F3A5F"/>
      </a:accent3>
      <a:accent4>
        <a:srgbClr val="5B6B7C"/>
      </a:accent4>
      <a:accent5>
        <a:srgbClr val="8A97A6"/>
      </a:accent5>
      <a:accent6>
        <a:srgbClr val="C7CFD8"/>
      </a:accent6>
      <a:hlink>
        <a:srgbClr val="1F3A5F"/>
      </a:hlink>
      <a:folHlink>
        <a:srgbClr val="1F3A5F"/>
      </a:folHlink>
    </a:clrScheme>
    <a:fontScheme name="student-record-ja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Record Management System (Java)</dc:title>
  <dc:subject>PptxGenJS Presentation</dc:subject>
  <dc:creator>PptxGenJS</dc:creator>
  <cp:lastModifiedBy>PptxGenJS</cp:lastModifiedBy>
  <cp:revision>1</cp:revision>
  <dcterms:created xsi:type="dcterms:W3CDTF">2026-10-26T16:30:29Z</dcterms:created>
  <dcterms:modified xsi:type="dcterms:W3CDTF">2026-10-26T16:30:29Z</dcterms:modified>
</cp:coreProperties>
</file>