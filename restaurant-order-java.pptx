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taurant Order Management System" id="{acb67402-4e9d-276d-4325-536b9473ba6a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8A3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8A3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Restaurant Order Management System</a:t>
            </a:r>
            <a:endParaRPr lang="en-US" sz="3600" dirty="0"/>
          </a:p>
        </p:txBody>
      </p:sp>
      <p:sp>
        <p:nvSpPr>
          <p:cNvPr id="3" name="Version"/>
          <p:cNvSpPr txBox="1"/>
          <p:nvPr/>
        </p:nvSpPr>
        <p:spPr>
          <a:xfrm>
            <a:off x="54864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Core Java (console) version</a:t>
            </a:r>
            <a:endParaRPr lang="en-US" sz="2000" dirty="0"/>
          </a:p>
        </p:txBody>
      </p:sp>
      <p:sp>
        <p:nvSpPr>
          <p:cNvPr id="4" name="Course"/>
          <p:cNvSpPr txBox="1"/>
          <p:nvPr/>
        </p:nvSpPr>
        <p:spPr>
          <a:xfrm>
            <a:off x="548640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BCA 1st Year Project</a:t>
            </a:r>
            <a:endParaRPr lang="en-US" sz="14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280160"/>
            <a:ext cx="2286000" cy="228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Restaurant Order Management Syst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does it do?</a:t>
            </a:r>
            <a:endParaRPr lang="en-US" sz="3600" dirty="0"/>
          </a:p>
        </p:txBody>
      </p:sp>
      <p:sp>
        <p:nvSpPr>
          <p:cNvPr id="3" name="Description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console program in Java to pick food from a menu, see the bill and place an order.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45720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FaClipboardList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Clipboard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392070"/>
            <a:ext cx="336499" cy="336499"/>
          </a:xfrm>
          <a:prstGeom prst="rect">
            <a:avLst/>
          </a:prstGeom>
        </p:spPr>
      </p:pic>
      <p:sp>
        <p:nvSpPr>
          <p:cNvPr id="7" name="Card title 1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Pick from the menu</a:t>
            </a:r>
            <a:endParaRPr lang="en-US" sz="1800" dirty="0"/>
          </a:p>
        </p:txBody>
      </p:sp>
      <p:sp>
        <p:nvSpPr>
          <p:cNvPr id="8" name="Card text 1"/>
          <p:cNvSpPr txBox="1"/>
          <p:nvPr/>
        </p:nvSpPr>
        <p:spPr>
          <a:xfrm>
            <a:off x="7315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 food items with their prices.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9184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FaReceipt"/>
          <p:cNvSpPr/>
          <p:nvPr/>
        </p:nvSpPr>
        <p:spPr>
          <a:xfrm>
            <a:off x="356616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Recei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2392070"/>
            <a:ext cx="336499" cy="336499"/>
          </a:xfrm>
          <a:prstGeom prst="rect">
            <a:avLst/>
          </a:prstGeom>
        </p:spPr>
      </p:pic>
      <p:sp>
        <p:nvSpPr>
          <p:cNvPr id="12" name="Card title 2"/>
          <p:cNvSpPr txBox="1"/>
          <p:nvPr/>
        </p:nvSpPr>
        <p:spPr>
          <a:xfrm>
            <a:off x="35661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See the bill</a:t>
            </a:r>
            <a:endParaRPr lang="en-US" sz="1800" dirty="0"/>
          </a:p>
        </p:txBody>
      </p:sp>
      <p:sp>
        <p:nvSpPr>
          <p:cNvPr id="13" name="Card text 2"/>
          <p:cNvSpPr txBox="1"/>
          <p:nvPr/>
        </p:nvSpPr>
        <p:spPr>
          <a:xfrm>
            <a:off x="35661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= price x quantity for every item.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12648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FaCheckCircle"/>
          <p:cNvSpPr/>
          <p:nvPr/>
        </p:nvSpPr>
        <p:spPr>
          <a:xfrm>
            <a:off x="640080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392070"/>
            <a:ext cx="336499" cy="336499"/>
          </a:xfrm>
          <a:prstGeom prst="rect">
            <a:avLst/>
          </a:prstGeom>
        </p:spPr>
      </p:pic>
      <p:sp>
        <p:nvSpPr>
          <p:cNvPr id="17" name="Card title 3"/>
          <p:cNvSpPr txBox="1"/>
          <p:nvPr/>
        </p:nvSpPr>
        <p:spPr>
          <a:xfrm>
            <a:off x="64008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Place the order</a:t>
            </a:r>
            <a:endParaRPr lang="en-US" sz="1800" dirty="0"/>
          </a:p>
        </p:txBody>
      </p:sp>
      <p:sp>
        <p:nvSpPr>
          <p:cNvPr id="18" name="Card text 3"/>
          <p:cNvSpPr txBox="1"/>
          <p:nvPr/>
        </p:nvSpPr>
        <p:spPr>
          <a:xfrm>
            <a:off x="640080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a customer name to save the order.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Java files used</a:t>
            </a:r>
            <a:endParaRPr lang="en-US" sz="3600" dirty="0"/>
          </a:p>
        </p:txBody>
      </p:sp>
      <p:sp>
        <p:nvSpPr>
          <p:cNvPr id="3" name="Files intro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project has 4 Java files (classes) in one folder.</a:t>
            </a:r>
            <a:endParaRPr lang="en-US" sz="1600" dirty="0"/>
          </a:p>
        </p:txBody>
      </p:sp>
      <p:sp>
        <p:nvSpPr>
          <p:cNvPr id="4" name="File card 1"/>
          <p:cNvSpPr/>
          <p:nvPr/>
        </p:nvSpPr>
        <p:spPr>
          <a:xfrm>
            <a:off x="457200" y="1783080"/>
            <a:ext cx="3977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FaFileCode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File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2275942"/>
            <a:ext cx="294437" cy="294437"/>
          </a:xfrm>
          <a:prstGeom prst="rect">
            <a:avLst/>
          </a:prstGeom>
        </p:spPr>
      </p:pic>
      <p:sp>
        <p:nvSpPr>
          <p:cNvPr id="7" name="File name 1"/>
          <p:cNvSpPr txBox="1"/>
          <p:nvPr/>
        </p:nvSpPr>
        <p:spPr>
          <a:xfrm>
            <a:off x="15544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MenuItem.java</a:t>
            </a:r>
            <a:endParaRPr lang="en-US" sz="1700" dirty="0"/>
          </a:p>
        </p:txBody>
      </p:sp>
      <p:sp>
        <p:nvSpPr>
          <p:cNvPr id="8" name="File text 1"/>
          <p:cNvSpPr txBox="1"/>
          <p:nvPr/>
        </p:nvSpPr>
        <p:spPr>
          <a:xfrm>
            <a:off x="155448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menu item with its name and price.</a:t>
            </a:r>
            <a:endParaRPr lang="en-US" sz="1400" dirty="0"/>
          </a:p>
        </p:txBody>
      </p:sp>
      <p:sp>
        <p:nvSpPr>
          <p:cNvPr id="9" name="File card 2"/>
          <p:cNvSpPr/>
          <p:nvPr/>
        </p:nvSpPr>
        <p:spPr>
          <a:xfrm>
            <a:off x="4709160" y="1783080"/>
            <a:ext cx="3977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FaFileCode"/>
          <p:cNvSpPr/>
          <p:nvPr/>
        </p:nvSpPr>
        <p:spPr>
          <a:xfrm>
            <a:off x="498348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File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302" y="2275942"/>
            <a:ext cx="294437" cy="294437"/>
          </a:xfrm>
          <a:prstGeom prst="rect">
            <a:avLst/>
          </a:prstGeom>
        </p:spPr>
      </p:pic>
      <p:sp>
        <p:nvSpPr>
          <p:cNvPr id="12" name="File name 2"/>
          <p:cNvSpPr txBox="1"/>
          <p:nvPr/>
        </p:nvSpPr>
        <p:spPr>
          <a:xfrm>
            <a:off x="58064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OrderItem.java</a:t>
            </a:r>
            <a:endParaRPr lang="en-US" sz="1700" dirty="0"/>
          </a:p>
        </p:txBody>
      </p:sp>
      <p:sp>
        <p:nvSpPr>
          <p:cNvPr id="13" name="File text 2"/>
          <p:cNvSpPr txBox="1"/>
          <p:nvPr/>
        </p:nvSpPr>
        <p:spPr>
          <a:xfrm>
            <a:off x="580644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item in the order with its quantity.</a:t>
            </a:r>
            <a:endParaRPr lang="en-US" sz="1400" dirty="0"/>
          </a:p>
        </p:txBody>
      </p:sp>
      <p:sp>
        <p:nvSpPr>
          <p:cNvPr id="14" name="File card 3"/>
          <p:cNvSpPr/>
          <p:nvPr/>
        </p:nvSpPr>
        <p:spPr>
          <a:xfrm>
            <a:off x="457200" y="3246120"/>
            <a:ext cx="3977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FaCogs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2" y="3738982"/>
            <a:ext cx="294437" cy="294437"/>
          </a:xfrm>
          <a:prstGeom prst="rect">
            <a:avLst/>
          </a:prstGeom>
        </p:spPr>
      </p:pic>
      <p:sp>
        <p:nvSpPr>
          <p:cNvPr id="17" name="File name 3"/>
          <p:cNvSpPr txBox="1"/>
          <p:nvPr/>
        </p:nvSpPr>
        <p:spPr>
          <a:xfrm>
            <a:off x="15544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OrderManager.java</a:t>
            </a:r>
            <a:endParaRPr lang="en-US" sz="1700" dirty="0"/>
          </a:p>
        </p:txBody>
      </p:sp>
      <p:sp>
        <p:nvSpPr>
          <p:cNvPr id="18" name="File text 3"/>
          <p:cNvSpPr txBox="1"/>
          <p:nvPr/>
        </p:nvSpPr>
        <p:spPr>
          <a:xfrm>
            <a:off x="15544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Menu, current order, bill and placed orders.</a:t>
            </a:r>
            <a:endParaRPr lang="en-US" sz="1400" dirty="0"/>
          </a:p>
        </p:txBody>
      </p:sp>
      <p:sp>
        <p:nvSpPr>
          <p:cNvPr id="19" name="File card 4"/>
          <p:cNvSpPr/>
          <p:nvPr/>
        </p:nvSpPr>
        <p:spPr>
          <a:xfrm>
            <a:off x="4709160" y="3246120"/>
            <a:ext cx="3977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 FaPlayCircle"/>
          <p:cNvSpPr/>
          <p:nvPr/>
        </p:nvSpPr>
        <p:spPr>
          <a:xfrm>
            <a:off x="498348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FaPlay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302" y="3738982"/>
            <a:ext cx="294437" cy="294437"/>
          </a:xfrm>
          <a:prstGeom prst="rect">
            <a:avLst/>
          </a:prstGeom>
        </p:spPr>
      </p:pic>
      <p:sp>
        <p:nvSpPr>
          <p:cNvPr id="22" name="File name 4"/>
          <p:cNvSpPr txBox="1"/>
          <p:nvPr/>
        </p:nvSpPr>
        <p:spPr>
          <a:xfrm>
            <a:off x="58064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Main.java</a:t>
            </a:r>
            <a:endParaRPr lang="en-US" sz="1700" dirty="0"/>
          </a:p>
        </p:txBody>
      </p:sp>
      <p:sp>
        <p:nvSpPr>
          <p:cNvPr id="23" name="File text 4"/>
          <p:cNvSpPr txBox="1"/>
          <p:nvPr/>
        </p:nvSpPr>
        <p:spPr>
          <a:xfrm>
            <a:off x="580644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the menu and reads your input.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6858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ep text 1"/>
          <p:cNvSpPr txBox="1"/>
          <p:nvPr/>
        </p:nvSpPr>
        <p:spPr>
          <a:xfrm>
            <a:off x="68580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Choose Add Item in the menu</a:t>
            </a:r>
            <a:endParaRPr lang="en-US" sz="1600" dirty="0"/>
          </a:p>
        </p:txBody>
      </p:sp>
      <p:sp>
        <p:nvSpPr>
          <p:cNvPr id="7" name="Step card 2"/>
          <p:cNvSpPr/>
          <p:nvPr/>
        </p:nvSpPr>
        <p:spPr>
          <a:xfrm>
            <a:off x="2590495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circle 2"/>
          <p:cNvSpPr/>
          <p:nvPr/>
        </p:nvSpPr>
        <p:spPr>
          <a:xfrm>
            <a:off x="2819095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2819095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tep text 2"/>
          <p:cNvSpPr txBox="1"/>
          <p:nvPr/>
        </p:nvSpPr>
        <p:spPr>
          <a:xfrm>
            <a:off x="2819095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Type the item number and quantity</a:t>
            </a:r>
            <a:endParaRPr lang="en-US" sz="1600" dirty="0"/>
          </a:p>
        </p:txBody>
      </p:sp>
      <p:sp>
        <p:nvSpPr>
          <p:cNvPr id="11" name="Step card 3"/>
          <p:cNvSpPr/>
          <p:nvPr/>
        </p:nvSpPr>
        <p:spPr>
          <a:xfrm>
            <a:off x="4723790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circle 3"/>
          <p:cNvSpPr/>
          <p:nvPr/>
        </p:nvSpPr>
        <p:spPr>
          <a:xfrm>
            <a:off x="495239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495239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tep text 3"/>
          <p:cNvSpPr txBox="1"/>
          <p:nvPr/>
        </p:nvSpPr>
        <p:spPr>
          <a:xfrm>
            <a:off x="495239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program adds up the total bill</a:t>
            </a:r>
            <a:endParaRPr lang="en-US" sz="1600" dirty="0"/>
          </a:p>
        </p:txBody>
      </p:sp>
      <p:sp>
        <p:nvSpPr>
          <p:cNvPr id="15" name="Step card 4"/>
          <p:cNvSpPr/>
          <p:nvPr/>
        </p:nvSpPr>
        <p:spPr>
          <a:xfrm>
            <a:off x="6857086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circle 4"/>
          <p:cNvSpPr/>
          <p:nvPr/>
        </p:nvSpPr>
        <p:spPr>
          <a:xfrm>
            <a:off x="708568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708568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Step text 4"/>
          <p:cNvSpPr txBox="1"/>
          <p:nvPr/>
        </p:nvSpPr>
        <p:spPr>
          <a:xfrm>
            <a:off x="7085686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Enter a name and place the order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I learned</a:t>
            </a:r>
            <a:endParaRPr lang="en-US" sz="3600" dirty="0"/>
          </a:p>
        </p:txBody>
      </p:sp>
      <p:sp>
        <p:nvSpPr>
          <p:cNvPr id="3" name="Learned list"/>
          <p:cNvSpPr txBox="1"/>
          <p:nvPr/>
        </p:nvSpPr>
        <p:spPr>
          <a:xfrm>
            <a:off x="457200" y="13716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Classes working together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Two ArrayLists: menu and order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Total is price x quantity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Checks stop empty names and orders</a:t>
            </a:r>
            <a:endParaRPr lang="en-US" sz="1800" dirty="0"/>
          </a:p>
        </p:txBody>
      </p:sp>
      <p:sp>
        <p:nvSpPr>
          <p:cNvPr id="4" name="End circle"/>
          <p:cNvSpPr/>
          <p:nvPr/>
        </p:nvSpPr>
        <p:spPr>
          <a:xfrm>
            <a:off x="6309360" y="1554480"/>
            <a:ext cx="2286000" cy="228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mage 0" descr="Graduation 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taurant-order-java">
  <a:themeElements>
    <a:clrScheme name="restaurant-order-java">
      <a:dk1>
        <a:srgbClr val="222222"/>
      </a:dk1>
      <a:lt1>
        <a:srgbClr val="FFFFFF"/>
      </a:lt1>
      <a:dk2>
        <a:srgbClr val="8A3B12"/>
      </a:dk2>
      <a:lt2>
        <a:srgbClr val="F6E7D8"/>
      </a:lt2>
      <a:accent1>
        <a:srgbClr val="8A3B12"/>
      </a:accent1>
      <a:accent2>
        <a:srgbClr val="8A3B12"/>
      </a:accent2>
      <a:accent3>
        <a:srgbClr val="8A3B12"/>
      </a:accent3>
      <a:accent4>
        <a:srgbClr val="5B6B7C"/>
      </a:accent4>
      <a:accent5>
        <a:srgbClr val="8A97A6"/>
      </a:accent5>
      <a:accent6>
        <a:srgbClr val="C7CFD8"/>
      </a:accent6>
      <a:hlink>
        <a:srgbClr val="8A3B12"/>
      </a:hlink>
      <a:folHlink>
        <a:srgbClr val="8A3B12"/>
      </a:folHlink>
    </a:clrScheme>
    <a:fontScheme name="restaurant-order-ja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Order Management System (Java)</dc:title>
  <dc:subject>PptxGenJS Presentation</dc:subject>
  <dc:creator>PptxGenJS</dc:creator>
  <cp:lastModifiedBy>PptxGenJS</cp:lastModifiedBy>
  <cp:revision>1</cp:revision>
  <dcterms:created xsi:type="dcterms:W3CDTF">2026-10-26T16:30:30Z</dcterms:created>
  <dcterms:modified xsi:type="dcterms:W3CDTF">2026-10-26T16:30:30Z</dcterms:modified>
</cp:coreProperties>
</file>